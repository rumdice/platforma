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1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611E5-3DFD-AC50-AC6A-BAB82993C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AF4E30-126A-6F45-ECC8-4D6B45CE1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A193D-7CFC-B429-A605-0772DCD0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78C690-C067-2966-A94E-FCCED9FD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915961-BC6E-F94A-DEA2-D4A92B34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45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09D234-A1A6-7096-41C3-023070F75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94381-53A1-B3B2-9150-A41A3137D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0BE96F-8DC2-DDF9-B6E5-78EBAB3D8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DB133-C828-F802-3D17-FDF2AA45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0B2ECB-9883-ABAB-B29C-A61D557E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02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1F259-DC40-A00A-C353-E9C06E56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56975E-0E94-A012-8E96-32988E84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576DA2-D6D1-29E5-6357-36B986D4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714579-A137-44B1-349D-7A843423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4582F4-374B-3EF2-40A3-319580BC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66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FF6C1-F127-1772-839C-5E85A649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78DABE-4813-9D13-C6B0-B97F4236A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F5FD1A-1DD9-AE94-DFE7-533435427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08FE02-9231-BBB8-E504-C733DAAC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938B0A-73D4-4522-D982-4B285298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33DBB0-3AF7-7ADB-7A1C-BBE8C4F2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37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EDBAD-6D2D-9AD5-7D3B-0F11EAF8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3058B6-6224-2498-5735-45D17A4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69B099-B394-4C28-24C1-1DF38BFC2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71A31D-6094-2C74-F42D-2D326D973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AA3BB6-F8A8-8F40-00B2-B2E4C818A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08E666-FA68-3832-8037-4AED6927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875794-CA6B-9485-2723-9B19ED75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C3E835-5AF5-5163-0F3C-7541116E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0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CBE7F-8F63-B66B-C756-226EBBF0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2E07A0-5709-3185-4D76-0C4F79AE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4F01F1-C247-B1F6-936B-12C9A637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D6414A-7046-17BE-54ED-207E22BA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03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DBE75B-DDCF-2693-DCAE-C8DE30AC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945D53F-A55D-EF40-E1DF-BC54AAEE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42FE7-0C78-6C40-5645-3867EA28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53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E523A-B695-37F0-9A55-3DA4238C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9EC53-66AA-18B6-0159-A29FD4140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0D03B9-AF7E-6CA1-02E5-287F8A7A6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3DDE3-F2C6-598E-3FF0-7F8DC8A6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8837A4-E5DD-0939-268B-E4014484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AD7E53-40A2-25DD-B9A9-CDA342E5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96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07DD1-5685-BD3B-B019-DCEB86B8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14241A-5F94-38F2-87D6-E152D2389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0E06BE-9201-FF2E-BF7F-913F807B9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AA4B46-E17C-D21D-351B-BF04ADD2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0B046E-10B2-AB6F-5E8B-B9706A99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8BD5AF-F490-9A8A-041C-B0D4EE2D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949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D05D8-5307-BAD4-2163-DF63FE09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FD64C8-3BAC-5976-802F-83C5357C0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EEFF92-3865-8B0C-687B-6823B0D6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CB9DDA-6E47-3974-ED64-DCD71C07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41D708-C314-490B-AF82-BAA80090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64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D8C9D6-02EE-F820-8F2A-F25DFC4A4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3CDB1A-167C-E438-D5BD-8A67074DA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8E841-C184-FDF4-5FBF-3083AE3A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93A7C7-FD1F-2418-1324-4B4F05E7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48CA2-321A-919E-61F6-C59AA161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40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FE420D-5503-ACD1-47CD-D1D5ACB0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D3D325-E2FB-160B-119C-A1CE77835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F40E6C-615F-36D1-83C8-9F8F359BE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50C58-4217-4211-90DF-9D4AD6DA3DC4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C426C9-1454-5975-6C30-66EAE6E15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509EF-E376-E530-1370-591B70F0F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3DFA6-1AA5-45A0-BF9B-2DD7F94D05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53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3B9495-4D5F-FBF4-0D07-3051BD37A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34" y="394863"/>
            <a:ext cx="10873566" cy="5914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731ACF-8B02-9E6C-E152-B0151C52FCE8}"/>
              </a:ext>
            </a:extLst>
          </p:cNvPr>
          <p:cNvSpPr txBox="1"/>
          <p:nvPr/>
        </p:nvSpPr>
        <p:spPr>
          <a:xfrm>
            <a:off x="4879429" y="2781300"/>
            <a:ext cx="6258910" cy="6477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로컬 </a:t>
            </a:r>
            <a:r>
              <a:rPr lang="ko-KR" altLang="en-US" dirty="0" err="1"/>
              <a:t>브랜치</a:t>
            </a:r>
            <a:r>
              <a:rPr lang="ko-KR" altLang="en-US" dirty="0"/>
              <a:t> 환경에서 </a:t>
            </a:r>
            <a:r>
              <a:rPr lang="en-US" altLang="ko-KR" dirty="0"/>
              <a:t>5</a:t>
            </a:r>
            <a:r>
              <a:rPr lang="ko-KR" altLang="en-US" dirty="0"/>
              <a:t>개로 </a:t>
            </a:r>
            <a:r>
              <a:rPr lang="ko-KR" altLang="en-US" dirty="0" err="1"/>
              <a:t>커밋을</a:t>
            </a:r>
            <a:r>
              <a:rPr lang="ko-KR" altLang="en-US" dirty="0"/>
              <a:t> 나누어서 작업했고 하나로 압축 후 원격 </a:t>
            </a:r>
            <a:r>
              <a:rPr lang="ko-KR" altLang="en-US" dirty="0" err="1"/>
              <a:t>브랜치에</a:t>
            </a:r>
            <a:r>
              <a:rPr lang="ko-KR" altLang="en-US" dirty="0"/>
              <a:t> 커밋하려고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657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BFC48D9-9224-DF0B-2030-8CECC2E81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685"/>
            <a:ext cx="12192000" cy="4577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2FC279-C4A5-054B-7F77-08716BD9D8C2}"/>
              </a:ext>
            </a:extLst>
          </p:cNvPr>
          <p:cNvSpPr txBox="1"/>
          <p:nvPr/>
        </p:nvSpPr>
        <p:spPr>
          <a:xfrm>
            <a:off x="8401049" y="1514475"/>
            <a:ext cx="3667453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압축하려는 대상 가장 최초 </a:t>
            </a:r>
            <a:r>
              <a:rPr lang="ko-KR" altLang="en-US" dirty="0" err="1"/>
              <a:t>커밋</a:t>
            </a:r>
            <a:r>
              <a:rPr lang="ko-KR" altLang="en-US" dirty="0"/>
              <a:t> </a:t>
            </a:r>
            <a:r>
              <a:rPr lang="ko-KR" altLang="en-US" dirty="0" err="1"/>
              <a:t>우클릭</a:t>
            </a:r>
            <a:r>
              <a:rPr lang="ko-KR" altLang="en-US" dirty="0"/>
              <a:t> 후 </a:t>
            </a:r>
            <a:r>
              <a:rPr lang="en-US" altLang="ko-KR" dirty="0" err="1"/>
              <a:t>Interative</a:t>
            </a:r>
            <a:r>
              <a:rPr lang="en-US" altLang="ko-KR" dirty="0"/>
              <a:t> Rebase </a:t>
            </a:r>
            <a:r>
              <a:rPr lang="ko-KR" altLang="en-US" dirty="0"/>
              <a:t>메뉴 클릭</a:t>
            </a:r>
          </a:p>
        </p:txBody>
      </p:sp>
    </p:spTree>
    <p:extLst>
      <p:ext uri="{BB962C8B-B14F-4D97-AF65-F5344CB8AC3E}">
        <p14:creationId xmlns:p14="http://schemas.microsoft.com/office/powerpoint/2010/main" val="24136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5207BB-F308-57FF-11A6-A6F90400B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906" y="842641"/>
            <a:ext cx="8154538" cy="4601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17940C-12C4-4649-8DDC-4481DDD8122D}"/>
              </a:ext>
            </a:extLst>
          </p:cNvPr>
          <p:cNvSpPr txBox="1"/>
          <p:nvPr/>
        </p:nvSpPr>
        <p:spPr>
          <a:xfrm>
            <a:off x="8020050" y="3048000"/>
            <a:ext cx="24384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Squash</a:t>
            </a:r>
            <a:r>
              <a:rPr lang="ko-KR" altLang="en-US" dirty="0"/>
              <a:t> </a:t>
            </a:r>
            <a:r>
              <a:rPr lang="en-US" altLang="ko-KR" dirty="0"/>
              <a:t>Merge</a:t>
            </a:r>
            <a:r>
              <a:rPr lang="ko-KR" altLang="en-US" dirty="0"/>
              <a:t> 후 보통 </a:t>
            </a:r>
            <a:r>
              <a:rPr lang="ko-KR" altLang="en-US" dirty="0" err="1"/>
              <a:t>커밋</a:t>
            </a:r>
            <a:r>
              <a:rPr lang="ko-KR" altLang="en-US" dirty="0"/>
              <a:t> 메시지를 수정하고 싶은 경우가 많으므로 가장 최초 </a:t>
            </a:r>
            <a:r>
              <a:rPr lang="ko-KR" altLang="en-US" dirty="0" err="1"/>
              <a:t>커밋의</a:t>
            </a:r>
            <a:r>
              <a:rPr lang="ko-KR" altLang="en-US" dirty="0"/>
              <a:t> </a:t>
            </a:r>
            <a:r>
              <a:rPr lang="en-US" altLang="ko-KR" dirty="0"/>
              <a:t>Reword </a:t>
            </a:r>
            <a:r>
              <a:rPr lang="ko-KR" altLang="en-US" dirty="0"/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409619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84EDC1A-8002-7D90-EBB1-347148BC4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66" y="23337"/>
            <a:ext cx="11060068" cy="68113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97EA7F-AAE4-E8BF-1730-B6A1799B3B7C}"/>
              </a:ext>
            </a:extLst>
          </p:cNvPr>
          <p:cNvSpPr txBox="1"/>
          <p:nvPr/>
        </p:nvSpPr>
        <p:spPr>
          <a:xfrm>
            <a:off x="6372224" y="4476749"/>
            <a:ext cx="406454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원하는 </a:t>
            </a:r>
            <a:r>
              <a:rPr lang="ko-KR" altLang="en-US" dirty="0" err="1"/>
              <a:t>커밋</a:t>
            </a:r>
            <a:r>
              <a:rPr lang="ko-KR" altLang="en-US" dirty="0"/>
              <a:t> 메시지 수정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해당 메시지로 </a:t>
            </a:r>
            <a:r>
              <a:rPr lang="ko-KR" altLang="en-US" dirty="0" err="1"/>
              <a:t>커밋이</a:t>
            </a:r>
            <a:r>
              <a:rPr lang="ko-KR" altLang="en-US" dirty="0"/>
              <a:t> 압축됩니다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460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49DD09-BB38-FFC3-0D58-72C7CEACB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99" y="942628"/>
            <a:ext cx="7887801" cy="4972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E558A2-84BE-6BB5-18D9-38B4D7C32D11}"/>
              </a:ext>
            </a:extLst>
          </p:cNvPr>
          <p:cNvSpPr txBox="1"/>
          <p:nvPr/>
        </p:nvSpPr>
        <p:spPr>
          <a:xfrm>
            <a:off x="5825686" y="4698782"/>
            <a:ext cx="384645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압축할 </a:t>
            </a:r>
            <a:r>
              <a:rPr lang="ko-KR" altLang="en-US" dirty="0" err="1"/>
              <a:t>커밋들은</a:t>
            </a:r>
            <a:r>
              <a:rPr lang="ko-KR" altLang="en-US" dirty="0"/>
              <a:t> </a:t>
            </a:r>
            <a:r>
              <a:rPr lang="en-US" altLang="ko-KR" dirty="0"/>
              <a:t>Squash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마지막 압축 대상 </a:t>
            </a:r>
            <a:r>
              <a:rPr lang="ko-KR" altLang="en-US" dirty="0" err="1"/>
              <a:t>커밋은</a:t>
            </a:r>
            <a:r>
              <a:rPr lang="ko-KR" altLang="en-US" dirty="0"/>
              <a:t> </a:t>
            </a:r>
            <a:r>
              <a:rPr lang="en-US" altLang="ko-KR" dirty="0"/>
              <a:t>Reward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설정 후 </a:t>
            </a:r>
            <a:r>
              <a:rPr lang="en-US" altLang="ko-KR" dirty="0"/>
              <a:t>Rebase </a:t>
            </a:r>
            <a:r>
              <a:rPr lang="ko-KR" altLang="en-US" dirty="0"/>
              <a:t>버튼 클릭</a:t>
            </a:r>
          </a:p>
        </p:txBody>
      </p:sp>
    </p:spTree>
    <p:extLst>
      <p:ext uri="{BB962C8B-B14F-4D97-AF65-F5344CB8AC3E}">
        <p14:creationId xmlns:p14="http://schemas.microsoft.com/office/powerpoint/2010/main" val="213575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0A4F3E-C47A-E0E0-83F5-60AA591CF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83" y="371048"/>
            <a:ext cx="9383434" cy="61159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E084E7-B6E5-150F-1F69-FE320DA90FE3}"/>
              </a:ext>
            </a:extLst>
          </p:cNvPr>
          <p:cNvSpPr txBox="1"/>
          <p:nvPr/>
        </p:nvSpPr>
        <p:spPr>
          <a:xfrm>
            <a:off x="7105650" y="2124075"/>
            <a:ext cx="3190875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ko-KR" altLang="en-US" dirty="0" err="1"/>
              <a:t>커밋이</a:t>
            </a:r>
            <a:r>
              <a:rPr lang="ko-KR" altLang="en-US" dirty="0"/>
              <a:t> 하나로 압축된 것을 확인 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이후 작업자 </a:t>
            </a:r>
            <a:r>
              <a:rPr lang="ko-KR" altLang="en-US" dirty="0" err="1"/>
              <a:t>브랜치를</a:t>
            </a:r>
            <a:r>
              <a:rPr lang="ko-KR" altLang="en-US" dirty="0"/>
              <a:t> 원격 </a:t>
            </a:r>
            <a:r>
              <a:rPr lang="ko-KR" altLang="en-US" dirty="0" err="1"/>
              <a:t>브랜치</a:t>
            </a:r>
            <a:r>
              <a:rPr lang="ko-KR" altLang="en-US" dirty="0"/>
              <a:t> </a:t>
            </a:r>
            <a:r>
              <a:rPr lang="en-US" altLang="ko-KR" dirty="0"/>
              <a:t>ex)project-Dev-20260422 </a:t>
            </a:r>
            <a:r>
              <a:rPr lang="ko-KR" altLang="en-US" dirty="0"/>
              <a:t>로 </a:t>
            </a:r>
            <a:r>
              <a:rPr lang="ko-KR" altLang="en-US" dirty="0" err="1"/>
              <a:t>머지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10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95</Words>
  <Application>Microsoft Office PowerPoint</Application>
  <PresentationFormat>와이드스크린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영운</dc:creator>
  <cp:lastModifiedBy>김 영운</cp:lastModifiedBy>
  <cp:revision>1</cp:revision>
  <dcterms:created xsi:type="dcterms:W3CDTF">2026-04-02T07:30:07Z</dcterms:created>
  <dcterms:modified xsi:type="dcterms:W3CDTF">2026-04-02T07:39:39Z</dcterms:modified>
</cp:coreProperties>
</file>